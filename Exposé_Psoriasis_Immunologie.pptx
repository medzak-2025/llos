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 Psoriasis : une maladie auto-immune à médiation Th17/IL-23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Exposé de Master 2 – Génétique Fondamentale et Appliquée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générale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psoriasis est une maladie inflammatoire chronique non contagieuse, touchant la peau et parfois les articulations. Elle résulte d’une interaction anormale entre kératinocytes, lymphocytes T et cytokines pro-inflammatoires.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Définition et généralités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Maladie auto-immune médiée par les lymphocytes T. Activation anormale du système immunitaire contre les kératinocytes. Cytokines clés : TNF-α, IL-17, IL-23, IFN-γ.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Causes du psoriasis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Facteurs génétiques : PSORS1 (HLA-Cw6), IL23R, IL12B, TNFAIP3.</a:t>
            </a:r>
          </a:p>
          <a:p>
            <a:r>
              <a:t>• Facteurs immunitaires : activation aberrante des cellules dendritiques et T.</a:t>
            </a:r>
          </a:p>
          <a:p>
            <a:r>
              <a:t>• Facteurs environnementaux : infections, stress, tabac, médicaments.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Signes et symptômes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Plaques érythémato-squameuses bien délimitées.</a:t>
            </a:r>
          </a:p>
          <a:p>
            <a:r>
              <a:t>• Prurit, desquamation, fissures.</a:t>
            </a:r>
          </a:p>
          <a:p>
            <a:r>
              <a:t>• Atteinte unguéale et articulaire possible.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Épidémiologie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336"/>
            <a:ext cx="8229600" cy="4525963"/>
          </a:xfrm>
        </p:spPr>
        <p:txBody>
          <a:bodyPr/>
          <a:lstStyle/>
          <a:p>
            <a:r>
              <a:t>Prévalence mondiale : 2–3 %.</a:t>
            </a:r>
          </a:p>
          <a:p>
            <a:r>
              <a:t>Prévalence nationale (Algérie) : 1–2 %.</a:t>
            </a:r>
          </a:p>
          <a:p>
            <a:r>
              <a:t>Prédominance chez l’adulte jeune (20–40 ans).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Réaction inappropriée du système immunitaire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Activation anormale des cellules dendritiques produisant IL-12 et IL-23.</a:t>
            </a:r>
          </a:p>
          <a:p>
            <a:r>
              <a:t>Différenciation Th1 et Th17 → production d’IFN-γ, IL-17, TNF-α.</a:t>
            </a:r>
          </a:p>
          <a:p>
            <a:r>
              <a:t>Hyperprolifération kératinocytaire et inflammation chronique.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Dysfonctionnement immunitaire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Perte de tolérance immunologique.</a:t>
            </a:r>
          </a:p>
          <a:p>
            <a:r>
              <a:t>Infiltration de lymphocytes T CD8+ reconnaissant des auto-antigènes (LL37, K16).</a:t>
            </a:r>
          </a:p>
          <a:p>
            <a:r>
              <a:t>Participation de l’immunité innée (IFN-α, neutrophiles, macrophages).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Diagnostic du psoriasis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Diagnostic clinique : plaques typiques.</a:t>
            </a:r>
          </a:p>
          <a:p>
            <a:r>
              <a:t>Biopsie cutanée : hyperkératose, parakératose.</a:t>
            </a:r>
          </a:p>
          <a:p>
            <a:r>
              <a:t>Dosage de cytokines pro-inflammatoires.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Auto-anticorps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Présence possible d’auto-anticorps anti-kératine ou anti-LL37.</a:t>
            </a:r>
          </a:p>
          <a:p>
            <a:r>
              <a:t>Utiles pour différencier d’autres dermatoses auto-immunes.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Traitements et prise en charge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Corticoïdes topiques, dérivés vitamine D3, méthotrexate.</a:t>
            </a:r>
          </a:p>
          <a:p>
            <a:r>
              <a:t>• Biothérapies : Anti-TNF-α (infliximab), Anti-IL-17 (secukinumab), Anti-IL-23 (guselkumab).</a:t>
            </a:r>
          </a:p>
          <a:p>
            <a:r>
              <a:t>• Prévention : éviter stress, tabac, infections.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Dépistage et prévention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 de dépistage systématique.</a:t>
            </a:r>
          </a:p>
          <a:p>
            <a:r>
              <a:t>Surveillance des sujets à risque (HLA-Cw6, antécédents familiaux).</a:t>
            </a:r>
          </a:p>
          <a:p>
            <a:r>
              <a:t>Suivi des comorbidités métaboliques et cardiovasculaires.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psoriasis illustre la complexité des maladies auto-immunes à médiation Th17/IL-23.</a:t>
            </a:r>
          </a:p>
          <a:p>
            <a:r>
              <a:t>Les biothérapies ciblées offrent aujourd’hui une prise en charge efficace et personnalisée.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Références bibliographiques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Lowes MA et al., Annu Rev Immunol, 2014.</a:t>
            </a:r>
          </a:p>
          <a:p>
            <a:r>
              <a:t>2. Boehncke WH, Schön MP, Lancet, 2015.</a:t>
            </a:r>
          </a:p>
          <a:p>
            <a:r>
              <a:t>3. Nestle FO et al., NEJM, 2009.</a:t>
            </a:r>
          </a:p>
          <a:p>
            <a:r>
              <a:t>4. Harden JL et al., J Autoimmun, 2015.</a:t>
            </a:r>
          </a:p>
          <a:p>
            <a:r>
              <a:t>5. Données Globocan 2024 – OMS.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420</Words>
  <Application>Microsoft Macintosh PowerPoint</Application>
  <PresentationFormat>Affichage à l'écran (4:3)</PresentationFormat>
  <Paragraphs>50</Paragraphs>
  <Slides>14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Office Theme</vt:lpstr>
      <vt:lpstr>Le Psoriasis : une maladie auto-immune à médiation Th17/IL-23</vt:lpstr>
      <vt:lpstr>Introduction générale</vt:lpstr>
      <vt:lpstr>Définition et généralités</vt:lpstr>
      <vt:lpstr>Causes du psoriasis</vt:lpstr>
      <vt:lpstr>Signes et symptômes</vt:lpstr>
      <vt:lpstr>Épidémiologie</vt:lpstr>
      <vt:lpstr>Réaction inappropriée du système immunitaire</vt:lpstr>
      <vt:lpstr>Dysfonctionnement immunitaire</vt:lpstr>
      <vt:lpstr>Diagnostic du psoriasis</vt:lpstr>
      <vt:lpstr>Auto-anticorps</vt:lpstr>
      <vt:lpstr>Traitements et prise en charge</vt:lpstr>
      <vt:lpstr>Dépistage et prévention</vt:lpstr>
      <vt:lpstr>Conclusion</vt:lpstr>
      <vt:lpstr>Références bibliographiques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Psoriasis : une maladie auto-immune à médiation Th17/IL-23</dc:title>
  <dc:subject/>
  <dc:creator/>
  <cp:keywords/>
  <dc:description>generated using python-pptx</dc:description>
  <cp:lastModifiedBy>USER</cp:lastModifiedBy>
  <cp:revision>9</cp:revision>
  <dcterms:created xsi:type="dcterms:W3CDTF">2013-01-27T09:14:16Z</dcterms:created>
  <dcterms:modified xsi:type="dcterms:W3CDTF">2025-10-24T17:15:52Z</dcterms:modified>
  <cp:category/>
</cp:coreProperties>
</file>